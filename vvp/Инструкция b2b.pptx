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1A984-461E-4B12-976A-3CA77AEEA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71CB31-C581-47AE-BC04-649BE1147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43B67-D835-40B5-82B5-CA59F35B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DD7E1-8EC4-48FA-BEC9-89BF3469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65A355-CE59-4093-A477-2FB776E1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42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3C77F-254F-4325-B168-75E06632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B58A34-C8A8-43C0-9370-C6D0960AE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7145D1-B33F-4D79-BB12-794B04DA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3CB43E-C54E-447E-BF4F-74096A50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5CF14C-D30E-42DE-8A1B-02F78E29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30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EE5A3-4307-4D65-A402-926DE30A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652664-EF3A-4661-88A1-9D8135684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F04C8-0089-467C-8990-5A937AE1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3895EB-24C9-4AA4-9AA4-715CD623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BE70ED-677B-44B6-A839-159494B3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51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1F026-ABAA-4713-B5E9-E8C7027C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77A79-BB82-4136-B38A-AF9B416BB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7CD708-F34D-4489-93F8-7CA01CAF2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C35576-DCF3-4F49-BD37-FE48E9B1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97E19E-3DEB-485E-85A2-591852B4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199ED7-2022-443A-8590-ABCF1D36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65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CEBB5-0F3C-432A-A835-1FCA0503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ED672D-5F5F-4A90-9181-3B73C45CF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C8BB2-5E10-44F7-B868-3A7D6542A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354703-F492-4477-B302-C79FAC2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392ECF7-FFCD-4A9A-AA2E-ACF4C864C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F10F35-4177-4189-B457-6985529E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E2E2161-8162-4411-859F-63D128FE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1CEC5C-9AB2-4A8A-AAD9-888B9CBD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48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F9D98-0E1B-473F-8710-1A295DB4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58B804-F5EF-436F-9FE9-9B2629C6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696C83-DCC0-4A67-B310-FA821210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A0D508-ABD6-4451-A659-6E7D734A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39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F15D5F-3658-41AD-B3AE-89F9BBE5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CB6DFD-C1D6-4706-BA84-BE234946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82A0D9-E98B-4C6D-9D49-6EFC7F56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95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2E863-0716-4F83-A58B-192ECE79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8BD308-0A5C-4066-A037-B984D057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A6F785-83A9-4580-A71B-3745373A6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475F54-CC1A-405F-80F5-B9193B76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949EFA-DE54-4D9E-8DC7-CEDEEA4D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97BEF0-A086-403A-809C-7C5A4328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51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A25B7-241F-481A-A737-CCEE8F1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8848A8-C725-4079-A96A-7CE079BFD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60F120-42F2-4DC1-BABF-23DDF2635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3D051E-A776-4D2F-BE75-BF6FC1F6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2C00C0-952F-4727-B6F5-FCB91BD8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4E3323-2E1F-4928-BDD7-34494A5C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67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CCFFD-1723-429F-834B-31D05970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C6E13A-20C2-4206-A0CA-12B839D4E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C25A4-B6F7-4D12-9BB4-0935F0DC8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CF2A66-B011-42B3-96FE-CDE5C97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EE8514-2332-495C-8F47-14CB4215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69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8BEF0B-AB13-4EA5-9E7D-9E1401279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2746F1-6F93-4DF8-96F3-93BE40B81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3616BD-D910-43E5-8526-D494DF8C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003D5-DB70-4BDF-8AD8-6CBDE80C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831ABC-586F-40C7-94BC-3C761009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56094-E707-4362-A460-C7AE7BD00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7E31FB-93FC-4A30-9C37-F39C85BE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5CF12A-6E91-47AA-9D82-61827B422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F38B3-2209-4FBF-B1CD-38185C3D0A23}" type="datetimeFigureOut">
              <a:rPr lang="ru-RU" smtClean="0"/>
              <a:t>30.07.2024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16E599-FF14-4F01-B6CD-D3F9C12D8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561E36-E41E-4121-BC06-9EE3B6895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A3B5-FE46-4766-B4E4-4D2A78361C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10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6654F-D6DB-4886-B286-26739B1E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550"/>
            <a:ext cx="9144000" cy="535175"/>
          </a:xfrm>
        </p:spPr>
        <p:txBody>
          <a:bodyPr>
            <a:normAutofit/>
          </a:bodyPr>
          <a:lstStyle/>
          <a:p>
            <a:r>
              <a:rPr lang="ru-RU" sz="2400" b="1" dirty="0"/>
              <a:t>Краткая инструкция по оформлению заказов </a:t>
            </a:r>
            <a:r>
              <a:rPr lang="en-US" sz="2400" b="1" dirty="0"/>
              <a:t>b2b.vvpgroup.com</a:t>
            </a:r>
            <a:endParaRPr lang="ru-RU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BB89A-CE9C-41DE-9F5C-53828489B2DC}"/>
              </a:ext>
            </a:extLst>
          </p:cNvPr>
          <p:cNvSpPr txBox="1"/>
          <p:nvPr/>
        </p:nvSpPr>
        <p:spPr>
          <a:xfrm>
            <a:off x="744070" y="1093693"/>
            <a:ext cx="10793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Регистрация на портале происходит через персонального менеджера.</a:t>
            </a:r>
          </a:p>
          <a:p>
            <a:r>
              <a:rPr lang="ru-RU" dirty="0"/>
              <a:t>После согласования доступа с персональным менеджером, </a:t>
            </a:r>
          </a:p>
          <a:p>
            <a:r>
              <a:rPr lang="ru-RU" dirty="0"/>
              <a:t>Вам, на эл. Почту поступит ссылка для регистрации на портале.</a:t>
            </a:r>
            <a:endParaRPr lang="en-US" dirty="0"/>
          </a:p>
          <a:p>
            <a:r>
              <a:rPr lang="ru-RU" dirty="0"/>
              <a:t>Перейдя по ссылке необходимо указать новый пароль.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4B6A9A-99F5-4BA9-A9B8-3C544527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131" y="2294022"/>
            <a:ext cx="4003384" cy="407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B20DD0-63A5-43DE-8A9C-8EDA7E9460AB}"/>
              </a:ext>
            </a:extLst>
          </p:cNvPr>
          <p:cNvSpPr txBox="1"/>
          <p:nvPr/>
        </p:nvSpPr>
        <p:spPr>
          <a:xfrm>
            <a:off x="3218329" y="1039906"/>
            <a:ext cx="192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B961C02-BD79-46C1-95E1-A9B4248CD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329" y="0"/>
            <a:ext cx="5189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663536-EB2D-48F0-8F98-244E4BB7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74" y="321382"/>
            <a:ext cx="9945488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2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DEBE51-3119-4267-979C-ADB3C1B9D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253575"/>
            <a:ext cx="9897856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4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B620F0-7A94-4AE1-B602-E813D02A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294965"/>
            <a:ext cx="9859751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8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7E8323-7D18-42F9-BE7B-C82E3BC1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336980"/>
            <a:ext cx="9831172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9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DA7E28-1CE3-4D37-9EA2-C3B2FFF7B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349897"/>
            <a:ext cx="9812119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343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46</Words>
  <Application>Microsoft Office PowerPoint</Application>
  <PresentationFormat>Широкоэкранный</PresentationFormat>
  <Paragraphs>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Краткая инструкция по оформлению заказов b2b.vvpgroup.com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Инструкция b2b.vvpgroup.com</dc:title>
  <dc:creator>О Ол</dc:creator>
  <cp:lastModifiedBy>О Ол</cp:lastModifiedBy>
  <cp:revision>2</cp:revision>
  <dcterms:created xsi:type="dcterms:W3CDTF">2024-07-30T08:38:41Z</dcterms:created>
  <dcterms:modified xsi:type="dcterms:W3CDTF">2024-07-30T11:01:00Z</dcterms:modified>
</cp:coreProperties>
</file>